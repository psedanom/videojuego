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8" r:id="rId2"/>
    <p:sldId id="269" r:id="rId3"/>
    <p:sldId id="271" r:id="rId4"/>
    <p:sldId id="27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049" autoAdjust="0"/>
  </p:normalViewPr>
  <p:slideViewPr>
    <p:cSldViewPr snapToGrid="0" snapToObjects="1">
      <p:cViewPr>
        <p:scale>
          <a:sx n="100" d="100"/>
          <a:sy n="100" d="100"/>
        </p:scale>
        <p:origin x="300" y="-3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295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8321040" y="18288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8961120" y="18288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Shape 4"/>
          <p:cNvSpPr/>
          <p:nvPr/>
        </p:nvSpPr>
        <p:spPr>
          <a:xfrm>
            <a:off x="182880" y="466344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182880" y="438912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8321040" y="466344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8961120" y="438912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228600" y="91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SYS.INIT</a:t>
            </a:r>
            <a:endParaRPr lang="es-419" sz="9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0" y="91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419" sz="900" b="1" noProof="0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 ●</a:t>
            </a:r>
            <a:endParaRPr lang="es-419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8595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8000" b="1" noProof="0" dirty="0">
                <a:solidFill>
                  <a:srgbClr val="FFFFFF"/>
                </a:solidFill>
                <a:effectLst>
                  <a:glow rad="190500">
                    <a:srgbClr val="FF2244">
                      <a:alpha val="80000"/>
                    </a:srgbClr>
                  </a:glow>
                </a:effectLst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 DRAW</a:t>
            </a:r>
            <a:endParaRPr lang="es-419" sz="8000" noProof="0" dirty="0"/>
          </a:p>
        </p:txBody>
      </p:sp>
      <p:sp>
        <p:nvSpPr>
          <p:cNvPr id="13" name="Text 11"/>
          <p:cNvSpPr/>
          <p:nvPr/>
        </p:nvSpPr>
        <p:spPr>
          <a:xfrm>
            <a:off x="274320" y="2606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600" kern="0" spc="4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CARTA PUEDE SER LA ÚLTIMA</a:t>
            </a:r>
            <a:endParaRPr lang="es-419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FF2244"/>
                </a:solidFill>
              </a:rPr>
              <a:t>♥   ♦   ♥   ◆</a:t>
            </a:r>
            <a:endParaRPr lang="es-419" sz="2200" noProof="0" dirty="0"/>
          </a:p>
        </p:txBody>
      </p:sp>
      <p:sp>
        <p:nvSpPr>
          <p:cNvPr id="15" name="Shape 13"/>
          <p:cNvSpPr/>
          <p:nvPr/>
        </p:nvSpPr>
        <p:spPr>
          <a:xfrm>
            <a:off x="1097280" y="3840480"/>
            <a:ext cx="1508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INDIE</a:t>
            </a:r>
            <a:endParaRPr lang="es-419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2834640" y="3840480"/>
            <a:ext cx="1508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2834640" y="3840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ROGUELITE</a:t>
            </a:r>
            <a:endParaRPr lang="es-419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0" y="3840480"/>
            <a:ext cx="1508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4572000" y="3840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DECKBUILDER</a:t>
            </a:r>
            <a:endParaRPr lang="es-419" sz="900" noProof="0" dirty="0"/>
          </a:p>
        </p:txBody>
      </p:sp>
      <p:sp>
        <p:nvSpPr>
          <p:cNvPr id="21" name="Shape 19"/>
          <p:cNvSpPr/>
          <p:nvPr/>
        </p:nvSpPr>
        <p:spPr>
          <a:xfrm>
            <a:off x="6309360" y="3840480"/>
            <a:ext cx="150876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CYBERPUNK</a:t>
            </a:r>
            <a:endParaRPr lang="es-419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2286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JONATHAN</a:t>
            </a:r>
            <a:endParaRPr lang="es-419" sz="800" noProof="0" dirty="0"/>
          </a:p>
        </p:txBody>
      </p:sp>
      <p:sp>
        <p:nvSpPr>
          <p:cNvPr id="24" name="Text 22"/>
          <p:cNvSpPr/>
          <p:nvPr/>
        </p:nvSpPr>
        <p:spPr>
          <a:xfrm>
            <a:off x="274320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REFLEXIÓN FINAL — PROYECTO INTEGRADOR</a:t>
            </a:r>
            <a:endParaRPr lang="es-419" sz="800" noProof="0" dirty="0"/>
          </a:p>
        </p:txBody>
      </p:sp>
      <p:sp>
        <p:nvSpPr>
          <p:cNvPr id="25" name="Text 23"/>
          <p:cNvSpPr/>
          <p:nvPr/>
        </p:nvSpPr>
        <p:spPr>
          <a:xfrm>
            <a:off x="7315200" y="4754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s-419" sz="8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0080" cy="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0" cy="45720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8321040" y="182880"/>
            <a:ext cx="640080" cy="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8961120" y="182880"/>
            <a:ext cx="0" cy="45720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3800" b="1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REFLEXIÓN FINAL</a:t>
            </a:r>
            <a:endParaRPr lang="es-419" sz="38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kern="0" spc="300" noProof="0" dirty="0">
                <a:solidFill>
                  <a:srgbClr val="FF22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NOS DEJÓ DEAD DRAW // APRENDIZAJES CLAVE</a:t>
            </a:r>
            <a:endParaRPr lang="es-419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182880" y="1188720"/>
            <a:ext cx="4206240" cy="1508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182880" y="1188720"/>
            <a:ext cx="54864" cy="1508760"/>
          </a:xfrm>
          <a:prstGeom prst="rect">
            <a:avLst/>
          </a:prstGeom>
          <a:solidFill>
            <a:srgbClr val="FF2244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12618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💡</a:t>
            </a:r>
            <a:endParaRPr lang="es-419" sz="2600" noProof="0" dirty="0"/>
          </a:p>
        </p:txBody>
      </p:sp>
      <p:sp>
        <p:nvSpPr>
          <p:cNvPr id="11" name="Text 9"/>
          <p:cNvSpPr/>
          <p:nvPr/>
        </p:nvSpPr>
        <p:spPr>
          <a:xfrm>
            <a:off x="100584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F22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Y COMUNICACIÓN</a:t>
            </a:r>
            <a:endParaRPr lang="es-419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1005840" y="162763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Valoramos la coordinación constante entre integrantes para evitar errores y mantener un avance estable. Trabajar en equipo nos exigió organizarnos y comunicarnos de forma continua.</a:t>
            </a:r>
            <a:endParaRPr lang="es-419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182880" y="2880360"/>
            <a:ext cx="4206240" cy="1508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182880" y="2880360"/>
            <a:ext cx="54864" cy="150876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🤝</a:t>
            </a:r>
            <a:endParaRPr lang="es-419" sz="2600" noProof="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Y COLABORACIÓN</a:t>
            </a:r>
            <a:endParaRPr lang="es-419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1005840" y="331927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GitHub y el trabajo con ramas nos permitió colaborar de forma profesional: resolver conflictos, unir cambios y aprender control de versiones en un proyecto real.</a:t>
            </a:r>
            <a:endParaRPr lang="es-419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4206240" cy="1508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54864" cy="1508760"/>
          </a:xfrm>
          <a:prstGeom prst="rect">
            <a:avLst/>
          </a:prstGeom>
          <a:solidFill>
            <a:srgbClr val="FF2244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4800600" y="12618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⚡</a:t>
            </a:r>
            <a:endParaRPr lang="es-419" sz="2600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F22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DESARROLLO TÉCNICO</a:t>
            </a:r>
            <a:endParaRPr lang="es-419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0" y="162763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Profundizamos en POO, bases de datos, desarrollo backend e integración de componentes. Afrontar errores reales nos desarrolló paciencia, análisis y capacidad de resolución en equipo.</a:t>
            </a:r>
            <a:endParaRPr lang="es-419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206240" cy="1508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54864" cy="150876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5" name="Text 23"/>
          <p:cNvSpPr/>
          <p:nvPr/>
        </p:nvSpPr>
        <p:spPr>
          <a:xfrm>
            <a:off x="4800600" y="29535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🎯</a:t>
            </a:r>
            <a:endParaRPr lang="es-419" sz="2600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 ITERATIVO</a:t>
            </a:r>
            <a:endParaRPr lang="es-419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0" y="3319272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ideas iniciales se modificaron por limitaciones técnicas o de tiempo. El software es iterativo: aprendimos a ser flexibles, priorizar lo importante y crecer como equipo y personas.</a:t>
            </a:r>
            <a:endParaRPr lang="es-419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5486400" y="4846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SYSTEM.LOG_REFLEXION_FINAL</a:t>
            </a:r>
            <a:endParaRPr lang="es-419" sz="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L-H"/>
          <p:cNvSpPr/>
          <p:nvPr/>
        </p:nvSpPr>
        <p:spPr>
          <a:xfrm>
            <a:off x="182880" y="182880"/>
            <a:ext cx="640080" cy="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L-V"/>
          <p:cNvSpPr/>
          <p:nvPr/>
        </p:nvSpPr>
        <p:spPr>
          <a:xfrm>
            <a:off x="182880" y="182880"/>
            <a:ext cx="0" cy="45720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R-H"/>
          <p:cNvSpPr/>
          <p:nvPr/>
        </p:nvSpPr>
        <p:spPr>
          <a:xfrm>
            <a:off x="8321040" y="182880"/>
            <a:ext cx="640080" cy="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TR-V"/>
          <p:cNvSpPr/>
          <p:nvPr/>
        </p:nvSpPr>
        <p:spPr>
          <a:xfrm>
            <a:off x="8961120" y="182880"/>
            <a:ext cx="0" cy="457200"/>
          </a:xfrm>
          <a:prstGeom prst="line">
            <a:avLst/>
          </a:prstGeom>
          <a:noFill/>
          <a:ln w="25400">
            <a:solidFill>
              <a:srgbClr val="FF2244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itle"/>
          <p:cNvSpPr/>
          <p:nvPr/>
        </p:nvSpPr>
        <p:spPr>
          <a:xfrm>
            <a:off x="274320" y="2286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3800" b="1" noProof="0" dirty="0">
                <a:solidFill>
                  <a:srgbClr val="FFFFFF"/>
                </a:solidFill>
                <a:latin typeface="Arial Black" pitchFamily="34" charset="0"/>
              </a:rPr>
              <a:t>BALANCE DEL PROYECTO</a:t>
            </a:r>
          </a:p>
        </p:txBody>
      </p:sp>
      <p:sp>
        <p:nvSpPr>
          <p:cNvPr id="7" name="Subtitle"/>
          <p:cNvSpPr/>
          <p:nvPr/>
        </p:nvSpPr>
        <p:spPr>
          <a:xfrm>
            <a:off x="27432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kern="0" spc="300" noProof="0" dirty="0">
                <a:solidFill>
                  <a:srgbClr val="FF2244"/>
                </a:solidFill>
                <a:latin typeface="Consolas" pitchFamily="34" charset="0"/>
              </a:rPr>
              <a:t>LO QUE APRENDIMOS // LO QUE HICIMOS BIEN // LO QUE MEJORAREMOS</a:t>
            </a:r>
          </a:p>
        </p:txBody>
      </p:sp>
      <p:sp>
        <p:nvSpPr>
          <p:cNvPr id="10" name="C1BG"/>
          <p:cNvSpPr/>
          <p:nvPr/>
        </p:nvSpPr>
        <p:spPr>
          <a:xfrm>
            <a:off x="182880" y="1188720"/>
            <a:ext cx="2786400" cy="3416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C1Bar"/>
          <p:cNvSpPr/>
          <p:nvPr/>
        </p:nvSpPr>
        <p:spPr>
          <a:xfrm>
            <a:off x="182880" y="1188720"/>
            <a:ext cx="54864" cy="34162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C1Icon"/>
          <p:cNvSpPr/>
          <p:nvPr/>
        </p:nvSpPr>
        <p:spPr>
          <a:xfrm>
            <a:off x="300000" y="123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000" noProof="0" dirty="0">
                <a:solidFill>
                  <a:srgbClr val="000000"/>
                </a:solidFill>
              </a:rPr>
              <a:t>📚</a:t>
            </a:r>
          </a:p>
        </p:txBody>
      </p:sp>
      <p:sp>
        <p:nvSpPr>
          <p:cNvPr id="13" name="C1Title"/>
          <p:cNvSpPr/>
          <p:nvPr/>
        </p:nvSpPr>
        <p:spPr>
          <a:xfrm>
            <a:off x="820000" y="1255000"/>
            <a:ext cx="205000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00E5FF"/>
                </a:solidFill>
                <a:latin typeface="Arial Black" pitchFamily="34" charset="0"/>
              </a:rPr>
              <a:t>LO QUE APRENDIMOS</a:t>
            </a:r>
          </a:p>
        </p:txBody>
      </p:sp>
      <p:sp>
        <p:nvSpPr>
          <p:cNvPr id="14" name="C1Body"/>
          <p:cNvSpPr/>
          <p:nvPr/>
        </p:nvSpPr>
        <p:spPr>
          <a:xfrm>
            <a:off x="300000" y="1640000"/>
            <a:ext cx="2560000" cy="28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Programar es solo una parte: organizarse y comunicarse es igual de importante.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Control de versiones con GitHub y trabajo colaborativo con ramas.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El software es iterativo: las ideas iniciales cambian conforme avanza el proyecto.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A resolver problemas reales: errores, incompatibilidades e integracion bajo presión.</a:t>
            </a:r>
          </a:p>
          <a:p>
            <a:pPr marL="114300" indent="-114300">
              <a:buChar char="›"/>
            </a:pPr>
            <a:r>
              <a:rPr lang="es-419" sz="950" dirty="0">
                <a:solidFill>
                  <a:srgbClr val="BBBBBB"/>
                </a:solidFill>
                <a:latin typeface="Calibri" pitchFamily="34" charset="0"/>
              </a:rPr>
              <a:t>La comunicación es la clave para el éxito de los proyectos pesados.</a:t>
            </a:r>
            <a:endParaRPr lang="es-419" sz="950" noProof="0" dirty="0">
              <a:solidFill>
                <a:srgbClr val="BBBBBB"/>
              </a:solidFill>
              <a:latin typeface="Calibri" pitchFamily="34" charset="0"/>
            </a:endParaRPr>
          </a:p>
        </p:txBody>
      </p:sp>
      <p:sp>
        <p:nvSpPr>
          <p:cNvPr id="20" name="C2BG"/>
          <p:cNvSpPr/>
          <p:nvPr/>
        </p:nvSpPr>
        <p:spPr>
          <a:xfrm>
            <a:off x="3178800" y="1188720"/>
            <a:ext cx="2786400" cy="3416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C2Bar"/>
          <p:cNvSpPr/>
          <p:nvPr/>
        </p:nvSpPr>
        <p:spPr>
          <a:xfrm>
            <a:off x="3178800" y="1188720"/>
            <a:ext cx="54864" cy="3416280"/>
          </a:xfrm>
          <a:prstGeom prst="rect">
            <a:avLst/>
          </a:prstGeom>
          <a:solidFill>
            <a:srgbClr val="39FF14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C2Icon"/>
          <p:cNvSpPr/>
          <p:nvPr/>
        </p:nvSpPr>
        <p:spPr>
          <a:xfrm>
            <a:off x="3296000" y="123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000" noProof="0" dirty="0">
                <a:solidFill>
                  <a:srgbClr val="000000"/>
                </a:solidFill>
              </a:rPr>
              <a:t>✅</a:t>
            </a:r>
          </a:p>
        </p:txBody>
      </p:sp>
      <p:sp>
        <p:nvSpPr>
          <p:cNvPr id="23" name="C2Title"/>
          <p:cNvSpPr/>
          <p:nvPr/>
        </p:nvSpPr>
        <p:spPr>
          <a:xfrm>
            <a:off x="3816000" y="1255000"/>
            <a:ext cx="205000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39FF14"/>
                </a:solidFill>
                <a:latin typeface="Arial Black" pitchFamily="34" charset="0"/>
              </a:rPr>
              <a:t>LO QUE HICIMOS BIEN</a:t>
            </a:r>
          </a:p>
        </p:txBody>
      </p:sp>
      <p:sp>
        <p:nvSpPr>
          <p:cNvPr id="24" name="C2Body"/>
          <p:cNvSpPr/>
          <p:nvPr/>
        </p:nvSpPr>
        <p:spPr>
          <a:xfrm>
            <a:off x="3296000" y="1640000"/>
            <a:ext cx="2560000" cy="28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Entregar un juego funcional y jugable dentro del tiempo establecido.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Usar GitHub con ramas para integrar el trabajo sin perder avances.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Priorizar funcionalidades clave cuando el tiempo o los recursos se ajustaron.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Mantener la identidad visual</a:t>
            </a:r>
            <a:r>
              <a:rPr lang="es-419" sz="950" dirty="0">
                <a:solidFill>
                  <a:srgbClr val="BBBBBB"/>
                </a:solidFill>
                <a:latin typeface="Calibri" pitchFamily="34" charset="0"/>
              </a:rPr>
              <a:t> desde el inicio</a:t>
            </a: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 y coherencia del juego de inicio a fin.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Conectar la plataforma web con el videojuego de forma integrada.</a:t>
            </a:r>
          </a:p>
          <a:p>
            <a:pPr marL="114300" indent="-114300">
              <a:buChar char="›"/>
            </a:pPr>
            <a:r>
              <a:rPr lang="es-419" sz="950" dirty="0">
                <a:solidFill>
                  <a:srgbClr val="BBBBBB"/>
                </a:solidFill>
                <a:latin typeface="Calibri" pitchFamily="34" charset="0"/>
              </a:rPr>
              <a:t>Pulir de la mejor manera los detalles visuales</a:t>
            </a:r>
            <a:endParaRPr lang="es-419" sz="950" noProof="0" dirty="0">
              <a:solidFill>
                <a:srgbClr val="BBBBBB"/>
              </a:solidFill>
              <a:latin typeface="Calibri" pitchFamily="34" charset="0"/>
            </a:endParaRPr>
          </a:p>
        </p:txBody>
      </p:sp>
      <p:sp>
        <p:nvSpPr>
          <p:cNvPr id="30" name="C3BG"/>
          <p:cNvSpPr/>
          <p:nvPr/>
        </p:nvSpPr>
        <p:spPr>
          <a:xfrm>
            <a:off x="6174720" y="1188720"/>
            <a:ext cx="2786400" cy="3416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C3Bar"/>
          <p:cNvSpPr/>
          <p:nvPr/>
        </p:nvSpPr>
        <p:spPr>
          <a:xfrm>
            <a:off x="6174720" y="1188720"/>
            <a:ext cx="54864" cy="3416280"/>
          </a:xfrm>
          <a:prstGeom prst="rect">
            <a:avLst/>
          </a:prstGeom>
          <a:solidFill>
            <a:srgbClr val="FF2244"/>
          </a:solidFill>
          <a:ln/>
        </p:spPr>
        <p:txBody>
          <a:bodyPr/>
          <a:lstStyle/>
          <a:p>
            <a:endParaRPr lang="es-419" noProof="0" dirty="0"/>
          </a:p>
        </p:txBody>
      </p:sp>
      <p:sp>
        <p:nvSpPr>
          <p:cNvPr id="32" name="C3Icon"/>
          <p:cNvSpPr/>
          <p:nvPr/>
        </p:nvSpPr>
        <p:spPr>
          <a:xfrm>
            <a:off x="6292000" y="1230000"/>
            <a:ext cx="460000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000" noProof="0" dirty="0">
                <a:solidFill>
                  <a:srgbClr val="000000"/>
                </a:solidFill>
              </a:rPr>
              <a:t>⚠️</a:t>
            </a:r>
          </a:p>
        </p:txBody>
      </p:sp>
      <p:sp>
        <p:nvSpPr>
          <p:cNvPr id="33" name="C3Title"/>
          <p:cNvSpPr/>
          <p:nvPr/>
        </p:nvSpPr>
        <p:spPr>
          <a:xfrm>
            <a:off x="6812000" y="1255000"/>
            <a:ext cx="205000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300" b="1" noProof="0" dirty="0">
                <a:solidFill>
                  <a:srgbClr val="FF2244"/>
                </a:solidFill>
                <a:latin typeface="Arial Black" pitchFamily="34" charset="0"/>
              </a:rPr>
              <a:t>LO QUE MEJORAREMOS</a:t>
            </a:r>
          </a:p>
        </p:txBody>
      </p:sp>
      <p:sp>
        <p:nvSpPr>
          <p:cNvPr id="34" name="C3Body"/>
          <p:cNvSpPr/>
          <p:nvPr/>
        </p:nvSpPr>
        <p:spPr>
          <a:xfrm>
            <a:off x="6292000" y="1640000"/>
            <a:ext cx="2560000" cy="28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Planear mejor los tiempos para evitar acumulacion de trabajo al final.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Documentar mejor el codigo desde el inicio para facilitar la integracion entre modulos.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Hacer pruebas de integracion mas frecuentes en lugar de dejarlas para el final.</a:t>
            </a:r>
          </a:p>
          <a:p>
            <a:pPr marL="114300" indent="-114300">
              <a:buChar char="›"/>
            </a:pPr>
            <a:r>
              <a:rPr lang="es-419" sz="950" noProof="0" dirty="0">
                <a:solidFill>
                  <a:srgbClr val="BBBBBB"/>
                </a:solidFill>
                <a:latin typeface="Calibri" pitchFamily="34" charset="0"/>
              </a:rPr>
              <a:t>Ampliar funcionalidades del juego que quedaron pendientes por tiempo.</a:t>
            </a:r>
          </a:p>
          <a:p>
            <a:pPr marL="114300" indent="-114300">
              <a:buFontTx/>
              <a:buChar char="›"/>
            </a:pPr>
            <a:r>
              <a:rPr lang="es-419" sz="950" dirty="0">
                <a:solidFill>
                  <a:srgbClr val="BBBBBB"/>
                </a:solidFill>
                <a:latin typeface="Calibri" pitchFamily="34" charset="0"/>
              </a:rPr>
              <a:t>Mejorar la experiencia del usuario en algunas secciones.</a:t>
            </a:r>
          </a:p>
          <a:p>
            <a:pPr marL="114300" indent="-114300">
              <a:buChar char="›"/>
            </a:pPr>
            <a:endParaRPr lang="es-419" sz="950" noProof="0" dirty="0">
              <a:solidFill>
                <a:srgbClr val="BBBBBB"/>
              </a:solidFill>
              <a:latin typeface="Calibri" pitchFamily="34" charset="0"/>
            </a:endParaRPr>
          </a:p>
        </p:txBody>
      </p:sp>
      <p:sp>
        <p:nvSpPr>
          <p:cNvPr id="40" name="Footer"/>
          <p:cNvSpPr/>
          <p:nvPr/>
        </p:nvSpPr>
        <p:spPr>
          <a:xfrm>
            <a:off x="5486400" y="48463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</a:rPr>
              <a:t>SYSTEM.LOG_BALANCE_FINAL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182880" y="18288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Shape 2"/>
          <p:cNvSpPr/>
          <p:nvPr/>
        </p:nvSpPr>
        <p:spPr>
          <a:xfrm>
            <a:off x="8321040" y="18288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5" name="Shape 3"/>
          <p:cNvSpPr/>
          <p:nvPr/>
        </p:nvSpPr>
        <p:spPr>
          <a:xfrm>
            <a:off x="8961120" y="18288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Shape 4"/>
          <p:cNvSpPr/>
          <p:nvPr/>
        </p:nvSpPr>
        <p:spPr>
          <a:xfrm>
            <a:off x="182880" y="466344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182880" y="438912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8321040" y="4663440"/>
            <a:ext cx="640080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Shape 7"/>
          <p:cNvSpPr/>
          <p:nvPr/>
        </p:nvSpPr>
        <p:spPr>
          <a:xfrm>
            <a:off x="8961120" y="4389120"/>
            <a:ext cx="0" cy="45720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6400" b="1" noProof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DEAD DRAW</a:t>
            </a:r>
            <a:endParaRPr lang="es-419" sz="6400" noProof="0" dirty="0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600" kern="0" spc="400" noProof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CARTA PUEDE SER LA ÚLTIMA</a:t>
            </a:r>
            <a:endParaRPr lang="es-419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FF2244"/>
                </a:solidFill>
              </a:rPr>
              <a:t>♥   ♦   ♥   ◆</a:t>
            </a:r>
            <a:endParaRPr lang="es-419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274320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kern="0" spc="2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MÁS QUE UN JUEGO, UN APRENDIZAJE REAL</a:t>
            </a:r>
            <a:endParaRPr lang="es-419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228600" y="4754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JONATHAN</a:t>
            </a:r>
            <a:endParaRPr lang="es-419" sz="800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419" sz="800" noProof="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V.1.0.4</a:t>
            </a:r>
            <a:endParaRPr lang="es-419" sz="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437</Words>
  <Application>Microsoft Office PowerPoint</Application>
  <PresentationFormat>Presentación en pantalla (16:9)</PresentationFormat>
  <Paragraphs>58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 Draw — Guía de Funcionalidad</dc:title>
  <dc:subject>PptxGenJS Presentation</dc:subject>
  <dc:creator>PptxGenJS</dc:creator>
  <cp:lastModifiedBy>Jonathan Uriel Anzures García</cp:lastModifiedBy>
  <cp:revision>5</cp:revision>
  <dcterms:created xsi:type="dcterms:W3CDTF">2026-04-30T02:49:37Z</dcterms:created>
  <dcterms:modified xsi:type="dcterms:W3CDTF">2026-05-01T05:50:22Z</dcterms:modified>
</cp:coreProperties>
</file>